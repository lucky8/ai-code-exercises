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0F3F8"/>
                </a:solidFill>
              </a:rPr>
              <a:t>Python Task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46A0FF"/>
                </a:solidFill>
              </a:rPr>
              <a:t>Architecture • Feature Flows • Design Pattern • Learning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977639"/>
            <a:ext cx="3200400" cy="123444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73152" cy="123444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CLI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636007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Command-line interface for creating and managing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77639"/>
            <a:ext cx="3200400" cy="123444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3977639"/>
            <a:ext cx="73152" cy="123444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16052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JSON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636007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Tasks survive between program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977639"/>
            <a:ext cx="3200400" cy="123444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977639"/>
            <a:ext cx="73152" cy="123444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16052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Layered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636007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Clear separation between UI, logic, domain and storage.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Application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0F3F8"/>
                </a:solidFill>
              </a:defRPr>
            </a:pPr>
            <a:r>
              <a:t>• Create tasks and assign priorities</a:t>
            </a:r>
          </a:p>
          <a:p>
            <a:pPr>
              <a:spcAft>
                <a:spcPts val="1200"/>
              </a:spcAft>
              <a:defRPr sz="2000">
                <a:solidFill>
                  <a:srgbClr val="F0F3F8"/>
                </a:solidFill>
              </a:defRPr>
            </a:pPr>
            <a:r>
              <a:t>• Update status and set due dates</a:t>
            </a:r>
          </a:p>
          <a:p>
            <a:pPr>
              <a:spcAft>
                <a:spcPts val="1200"/>
              </a:spcAft>
              <a:defRPr sz="2000">
                <a:solidFill>
                  <a:srgbClr val="F0F3F8"/>
                </a:solidFill>
              </a:defRPr>
            </a:pPr>
            <a:r>
              <a:t>• Add tags and list/filter tasks</a:t>
            </a:r>
          </a:p>
          <a:p>
            <a:pPr>
              <a:spcAft>
                <a:spcPts val="1200"/>
              </a:spcAft>
              <a:defRPr sz="2000">
                <a:solidFill>
                  <a:srgbClr val="F0F3F8"/>
                </a:solidFill>
              </a:defRPr>
            </a:pPr>
            <a:r>
              <a:t>• View task statistics</a:t>
            </a:r>
          </a:p>
          <a:p>
            <a:pPr>
              <a:spcAft>
                <a:spcPts val="1200"/>
              </a:spcAft>
              <a:defRPr sz="2000">
                <a:solidFill>
                  <a:srgbClr val="F0F3F8"/>
                </a:solidFill>
              </a:defRPr>
            </a:pPr>
            <a:r>
              <a:t>• Delete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08760"/>
            <a:ext cx="4754880" cy="105156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508760"/>
            <a:ext cx="73152" cy="105156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91639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167128"/>
            <a:ext cx="43434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tasks.json stores tasks locally between program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88920"/>
            <a:ext cx="4754880" cy="105156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788920"/>
            <a:ext cx="73152" cy="105156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7180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47287"/>
            <a:ext cx="43434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Each task has identity, priority, status, dates and tags.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69080"/>
            <a:ext cx="4754880" cy="105156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4069080"/>
            <a:ext cx="73152" cy="105156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5196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727448"/>
            <a:ext cx="434340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Users interact through Python command-line commands.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24028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cli.py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1828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Receives commands
&amp; displays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24028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87168"/>
            <a:ext cx="1828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Coordinates
application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24028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models.py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87168"/>
            <a:ext cx="1828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Defines task
behavior &amp; enums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828800"/>
            <a:ext cx="224028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18320" y="182880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storage.py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487168"/>
            <a:ext cx="1828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Persistence,
queries &amp; updates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cli.py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1605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0233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41605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0233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models.py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1605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0233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storage.py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41605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40233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tasks.json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Feature Flow 1 — Task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Example: python -m python.cli create "Fix login bug" -p 3 -u 2026-09-15 -t bug,auth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CLI parses the command-line arguments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Tags become a list: ["bug", "auth"]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app.py converts priority 3 → HIGH and parses the date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models.py creates a Task with UUID and timestamps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Task starts with status TODO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storage.py saves the encoded task to tasks.json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554480"/>
            <a:ext cx="365760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55448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12848"/>
            <a:ext cx="32461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CLI input → TaskManager.create_task()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743200"/>
            <a:ext cx="365760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274320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Domain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01568"/>
            <a:ext cx="32461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Task(...) → status TODO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931920"/>
            <a:ext cx="365760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93192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590288"/>
            <a:ext cx="32461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TaskStorage.add_task() → save()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Feature Flow 2 —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Priority is independent from workflow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33172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192023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33172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41732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0020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75688"/>
            <a:ext cx="192023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417320"/>
            <a:ext cx="233172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141732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60020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075688"/>
            <a:ext cx="192023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2331720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73152" cy="914400"/>
          </a:xfrm>
          <a:prstGeom prst="rect">
            <a:avLst/>
          </a:prstGeom>
          <a:solidFill>
            <a:srgbClr val="64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URGENT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75688"/>
            <a:ext cx="192023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6400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CLI validates that priority is 1–4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app.py converts the number to TaskPriority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storage.py finds the task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Task.update() changes the priority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updated_at is refreshed and changes are persisted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Priority can also be used for filtering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880360"/>
            <a:ext cx="3657600" cy="105156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2880360"/>
            <a:ext cx="73152" cy="105156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06324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538728"/>
            <a:ext cx="32461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URGENT + IN_PROGRESS means important work currently being handled.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251960"/>
            <a:ext cx="3657600" cy="105156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4251960"/>
            <a:ext cx="73152" cy="105156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43484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910328"/>
            <a:ext cx="32461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python -m python.cli list --priority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Feature Flow 3 — Task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Completion is a specialized status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CLI: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72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8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Task.mark_as_done()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storage.py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510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tasks.json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6400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Status changes to DONE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completed_at records the completion time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updated_at records the latest change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The saved completion timestamp supports statistics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Example: tasks completed in the last 7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017520"/>
            <a:ext cx="3474720" cy="123444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017520"/>
            <a:ext cx="73152" cy="1234440"/>
          </a:xfrm>
          <a:prstGeom prst="rect">
            <a:avLst/>
          </a:prstGeom>
          <a:solidFill>
            <a:srgbClr val="64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20040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Why special handling?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675887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Completing a task records extra business information — when it was completed.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Status Model &amp; Business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72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IN_PROGRESS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18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64591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6A0FF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2011680" cy="731520"/>
          </a:xfrm>
          <a:prstGeom prst="roundRect">
            <a:avLst/>
          </a:prstGeom>
          <a:solidFill>
            <a:srgbClr val="1E273A"/>
          </a:solidFill>
          <a:ln>
            <a:solidFill>
              <a:srgbClr val="4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3F8"/>
                </a:solidFill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4937760" cy="11430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73152" cy="11430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Important distinction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The code does NOT enforce the sequence. A task can move directly from TODO to DONE.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880360"/>
            <a:ext cx="4937760" cy="11430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880360"/>
            <a:ext cx="73152" cy="11430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06324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Overdue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3872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A task is overdue when its due date has passed and its status is not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287000" cy="8686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73152" cy="8686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Derived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30368"/>
            <a:ext cx="98755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Overdue is calculated dynamically by Task.is_overdue() rather than stored permanently.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Design Pattern — Layered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37744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19659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cli.py
User input/output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37744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41732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75688"/>
            <a:ext cx="19659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app.py
Coordinates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237744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75688"/>
            <a:ext cx="19659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models.py
Business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417320"/>
            <a:ext cx="2377440" cy="132588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417320"/>
            <a:ext cx="73152" cy="132588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60020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075688"/>
            <a:ext cx="19659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storage.py
JSON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CLI does not directly manipulate JSON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Storage does not decide how commands work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The task model owns task-specific behavior</a:t>
            </a:r>
          </a:p>
          <a:p>
            <a:pPr>
              <a:spcAft>
                <a:spcPts val="1200"/>
              </a:spcAft>
              <a:defRPr sz="1700">
                <a:solidFill>
                  <a:srgbClr val="F0F3F8"/>
                </a:solidFill>
              </a:defRPr>
            </a:pPr>
            <a:r>
              <a:t>• The application layer coordinates 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383280"/>
            <a:ext cx="4160520" cy="146304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3383280"/>
            <a:ext cx="73152" cy="146304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566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Custom serialization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4164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TaskEncoder / TaskDecoder create a boundary between Python objects and JSON.
TaskPriority.HIGH → 3 • TaskStatus.DONE → "done" • datetime → ISO string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What Was Most Challenging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Understanding that app.py coordinates rather than owning all business behavior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Distinguishing priority from status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Tracing a task across multiple modules into tasks.json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Understanding why DONE uses mark_as_done()</a:t>
            </a:r>
          </a:p>
          <a:p>
            <a:pPr>
              <a:spcAft>
                <a:spcPts val="1200"/>
              </a:spcAft>
              <a:defRPr sz="1800">
                <a:solidFill>
                  <a:srgbClr val="F0F3F8"/>
                </a:solidFill>
              </a:defRPr>
            </a:pPr>
            <a:r>
              <a:t>• Recognizing overdue as dynamically calculated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1417320"/>
            <a:ext cx="3977639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95160" y="141732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600200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1. 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075688"/>
            <a:ext cx="35661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Find the entry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2514600"/>
            <a:ext cx="3977639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251460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697480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2.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72968"/>
            <a:ext cx="35661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Follow method calls across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611880"/>
            <a:ext cx="3977639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361188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794760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3.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270248"/>
            <a:ext cx="35661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Separate model behavior from storage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709160"/>
            <a:ext cx="3977639" cy="914400"/>
          </a:xfrm>
          <a:prstGeom prst="round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4709160"/>
            <a:ext cx="73152" cy="914400"/>
          </a:xfrm>
          <a:prstGeom prst="rect">
            <a:avLst/>
          </a:prstGeom>
          <a:solidFill>
            <a:srgbClr val="4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892040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0F3F8"/>
                </a:solidFill>
              </a:rPr>
              <a:t>4. 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5367528"/>
            <a:ext cx="35661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B4C6"/>
                </a:solidFill>
              </a:rPr>
              <a:t>Check success and error paths.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cli.py is where user input enters the system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app.py coordinates task operations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models.py defines the task domain and behavior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storage.py manages state and JSON persistence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Priority and status are independent concepts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Completing a task records completed_at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Overdue status is derived from due date + current status</a:t>
            </a:r>
          </a:p>
          <a:p>
            <a:pPr>
              <a:spcAft>
                <a:spcPts val="1200"/>
              </a:spcAft>
              <a:defRPr sz="1900">
                <a:solidFill>
                  <a:srgbClr val="F0F3F8"/>
                </a:solidFill>
              </a:defRPr>
            </a:pPr>
            <a:r>
              <a:t>• The application uses layered architecture with custom JSON serialization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3F8"/>
                </a:solidFill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46A0FF"/>
                </a:solidFill>
              </a:rPr>
              <a:t>The main lesson: follow the data flow.</a:t>
            </a:r>
          </a:p>
          <a:p>
            <a:pPr algn="ctr"/>
            <a:r>
              <a:rPr sz="1900">
                <a:solidFill>
                  <a:srgbClr val="F0F3F8"/>
                </a:solidFill>
              </a:rPr>
              <a:t>Understanding how CLI → application → domain → storage interact makes the codebase much easier to reason about.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1E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6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